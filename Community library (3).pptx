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" dt="2026-10-15T15:07:29.476"/>
    <p1510:client id="{177B6DD8-572B-0D41-3B07-AA38EFD1B119}" v="9" dt="2026-10-16T02:59:35.656"/>
    <p1510:client id="{633A3277-0AA3-D366-EFE4-A55F35BAC7A8}" v="87" dt="2026-10-16T05:32:05.030"/>
    <p1510:client id="{86242486-B811-33F0-C6B2-48CEFDDD71E9}" v="25" dt="2026-10-15T15:05:40.673"/>
    <p1510:client id="{F46EFABA-1A7D-4895-A7AC-B999D62FD30B}" v="286" dt="2026-10-15T14:39:49.4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1F77B6A-7F53-4B28-B73D-C8CC899AB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BA08C9-FB79-C1E6-F6DF-384439C50F3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726578" y="685680"/>
            <a:ext cx="4203323" cy="35962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Community Library Management System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DE4EACE-5EA7-5A88-A28F-7C81D991D5D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726578" y="4373955"/>
            <a:ext cx="4203323" cy="11432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1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TEAM NO :- 10</a:t>
            </a:r>
          </a:p>
          <a:p>
            <a:pPr marL="0" indent="0" algn="r">
              <a:buNone/>
            </a:pPr>
            <a:r>
              <a:rPr lang="en-US" sz="1900" kern="120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B.Sai</a:t>
            </a:r>
            <a:r>
              <a:rPr lang="en-US" sz="1900">
                <a:solidFill>
                  <a:schemeClr val="bg1"/>
                </a:solidFill>
              </a:rPr>
              <a:t> Sanatana</a:t>
            </a:r>
            <a:r>
              <a:rPr lang="en-US" sz="1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Sarada – 2620030660</a:t>
            </a:r>
            <a:endParaRPr lang="en-US" sz="1900" kern="1200">
              <a:solidFill>
                <a:schemeClr val="bg1"/>
              </a:solidFill>
              <a:latin typeface="+mn-lt"/>
            </a:endParaRPr>
          </a:p>
          <a:p>
            <a:pPr marL="0" indent="0" algn="r">
              <a:buNone/>
            </a:pPr>
            <a:r>
              <a:rPr lang="en-US" sz="1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Shaik Shaheena Amreen - 2620030469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515629F-0D83-4A44-A125-CD50FC66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013" y="1361348"/>
            <a:ext cx="4833902" cy="4258176"/>
            <a:chOff x="1674895" y="1345036"/>
            <a:chExt cx="5428610" cy="421093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1A5080B-EAC4-4530-815C-DE8DACA09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4667345-04B5-4757-9CE0-969DC1DE5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Freeform: Shape 14">
            <a:extLst>
              <a:ext uri="{FF2B5EF4-FFF2-40B4-BE49-F238E27FC236}">
                <a16:creationId xmlns:a16="http://schemas.microsoft.com/office/drawing/2014/main" id="{F6E412EF-CF39-4C25-85B0-DB30B1B0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9" name="Freeform: Shape 16">
            <a:extLst>
              <a:ext uri="{FF2B5EF4-FFF2-40B4-BE49-F238E27FC236}">
                <a16:creationId xmlns:a16="http://schemas.microsoft.com/office/drawing/2014/main" id="{E8DA6235-17F2-4C9E-88C6-C5D38D8D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5DEF71-1741-4489-8E77-46FC5BAA6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solidFill>
            <a:schemeClr val="tx1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2347B6D-A7CC-48EB-861F-917D0D61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7A0A46D-CC9B-4E32-870A-7BC2DF940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178722E-1BD0-427E-BAAE-4F206DAB5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1B6492-EC23-3F19-B448-CAB880BF6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022" y="1597234"/>
            <a:ext cx="4172845" cy="3505189"/>
          </a:xfrm>
          <a:prstGeom prst="rect">
            <a:avLst/>
          </a:prstGeom>
          <a:ln w="28575">
            <a:noFill/>
          </a:ln>
        </p:spPr>
      </p:pic>
      <p:sp>
        <p:nvSpPr>
          <p:cNvPr id="27" name="Graphic 212">
            <a:extLst>
              <a:ext uri="{FF2B5EF4-FFF2-40B4-BE49-F238E27FC236}">
                <a16:creationId xmlns:a16="http://schemas.microsoft.com/office/drawing/2014/main" id="{A753B935-E3DD-466D-BFAC-68E0BE02D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9" name="Graphic 212">
            <a:extLst>
              <a:ext uri="{FF2B5EF4-FFF2-40B4-BE49-F238E27FC236}">
                <a16:creationId xmlns:a16="http://schemas.microsoft.com/office/drawing/2014/main" id="{FB034F26-4148-4B59-B493-14D7A9A8B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1" name="Graphic 185">
            <a:extLst>
              <a:ext uri="{FF2B5EF4-FFF2-40B4-BE49-F238E27FC236}">
                <a16:creationId xmlns:a16="http://schemas.microsoft.com/office/drawing/2014/main" id="{5E6BB5FD-DB7B-4BE3-BA45-1EF04211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929FF76-4B3A-4294-BE6E-B507B22D1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53C18A4-10CC-4E91-A8A2-D5368972A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356AC2F-73E0-44FD-B346-A209D274D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5A85581-9712-414C-82D4-2FE96ACB2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B0828F2-35E7-4424-8082-6C258B676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FAE47CF-EAB4-A1CA-F064-2095EA89B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651" y="1742953"/>
            <a:ext cx="4003155" cy="320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571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E3C324-C50E-B359-625A-A2D996691E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250433-DFFB-157D-8172-B6402964A80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56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4C90020-248F-8DF7-CD02-ED1EFA5C6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967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BA2BD9-7B54-4190-8F06-3EF3658A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1DB3311-6308-C7C4-51C6-C9ED03E82A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44"/>
          <a:stretch>
            <a:fillRect/>
          </a:stretch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9520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EC2DA9-6564-BF0C-D34D-AD5EC02E70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2" b="53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473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2C71F43-8106-208A-B0D3-416B57BD4C3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rcRect r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384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407363-8003-0A44-4DF9-DB6A41457B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696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D027B2-06A6-73F9-5BFA-E799422340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42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2685E6-8C85-7941-A4E2-4EB78A3D4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49" y="-15740"/>
            <a:ext cx="12194583" cy="688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65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AC83FF-C626-E2E9-B4FC-3755A909B3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513E08-F735-C26C-8CF9-F820F2270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89" y="286473"/>
            <a:ext cx="11523924" cy="634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27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020E8B-EC2E-6F0B-4FA9-81B3AD40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B8C203-A59C-FA55-E93A-A604E40AA1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8" r="407"/>
          <a:stretch>
            <a:fillRect/>
          </a:stretch>
        </p:blipFill>
        <p:spPr>
          <a:xfrm>
            <a:off x="100283" y="-490008"/>
            <a:ext cx="12191980" cy="685671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6BEF995-5648-1CDF-58F5-793553D8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3411" y="756151"/>
            <a:ext cx="10515600" cy="1325563"/>
          </a:xfrm>
        </p:spPr>
        <p:txBody>
          <a:bodyPr>
            <a:normAutofit/>
          </a:bodyPr>
          <a:lstStyle/>
          <a:p>
            <a:r>
              <a:rPr lang="en-GB" sz="2800" dirty="0" err="1">
                <a:solidFill>
                  <a:schemeClr val="bg1">
                    <a:lumMod val="95000"/>
                  </a:schemeClr>
                </a:solidFill>
              </a:rPr>
              <a:t>Github</a:t>
            </a:r>
            <a:r>
              <a:rPr lang="en-GB" sz="2800" dirty="0">
                <a:solidFill>
                  <a:schemeClr val="bg1">
                    <a:lumMod val="95000"/>
                  </a:schemeClr>
                </a:solidFill>
              </a:rPr>
              <a:t> Link  :-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18639AC-39E0-EC0D-08D3-084B2C54B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12832" y="1715335"/>
            <a:ext cx="5181600" cy="122312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https://github.com/Sarada-08/The-Community-Library-Management-System</a:t>
            </a:r>
            <a:endParaRPr lang="en-US" sz="20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6ED6A-33BE-67C2-5B05-DCF78199D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70121" y="1163887"/>
            <a:ext cx="5181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sz="18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INPUT:</a:t>
            </a:r>
            <a:endParaRPr lang="en-US" sz="1800">
              <a:solidFill>
                <a:schemeClr val="bg1">
                  <a:lumMod val="95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Book Details</a:t>
            </a:r>
            <a:endParaRPr lang="en-US" sz="1800">
              <a:solidFill>
                <a:schemeClr val="bg1">
                  <a:lumMod val="95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Member Details</a:t>
            </a:r>
            <a:endParaRPr lang="en-US" sz="1800">
              <a:solidFill>
                <a:schemeClr val="bg1">
                  <a:lumMod val="95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Book ID / Member ID</a:t>
            </a:r>
            <a:endParaRPr lang="en-US" sz="1800">
              <a:solidFill>
                <a:schemeClr val="bg1">
                  <a:lumMod val="95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Menu Choice (Add, Issue, Return, Search, Display, Exit)</a:t>
            </a:r>
            <a:endParaRPr lang="en-US" sz="1800">
              <a:solidFill>
                <a:schemeClr val="bg1">
                  <a:lumMod val="95000"/>
                </a:schemeClr>
              </a:solidFill>
            </a:endParaRPr>
          </a:p>
          <a:p>
            <a:pPr>
              <a:buNone/>
            </a:pPr>
            <a:r>
              <a:rPr lang="en-US" sz="18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OUTPUT:</a:t>
            </a:r>
            <a:endParaRPr lang="en-US"/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Add</a:t>
            </a:r>
            <a:endParaRPr lang="en-US"/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Issue</a:t>
            </a:r>
            <a:endParaRPr lang="en-US"/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Return</a:t>
            </a:r>
            <a:endParaRPr lang="en-US"/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Search</a:t>
            </a:r>
            <a:endParaRPr lang="en-US"/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Display</a:t>
            </a:r>
            <a:endParaRPr lang="en-US"/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Exit</a:t>
            </a:r>
            <a:endParaRPr lang="en-US"/>
          </a:p>
          <a:p>
            <a:pPr marL="0" indent="0">
              <a:buNone/>
            </a:pPr>
            <a:endParaRPr lang="en-US" sz="1800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75861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2710D8-571B-D909-5F3E-0B69D5BFB1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98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279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Community Library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Github Link  :-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60</cp:revision>
  <dcterms:created xsi:type="dcterms:W3CDTF">2026-10-15T13:41:51Z</dcterms:created>
  <dcterms:modified xsi:type="dcterms:W3CDTF">2026-10-16T05:39:33Z</dcterms:modified>
</cp:coreProperties>
</file>