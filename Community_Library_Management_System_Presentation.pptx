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COMMUNITY LIBRARY</a:t>
            </a:r>
          </a:p>
          <a:p>
            <a:pPr>
              <a:defRPr sz="3400" b="1">
                <a:solidFill>
                  <a:srgbClr val="EBDCB9"/>
                </a:solidFill>
              </a:defRPr>
            </a:pPr>
            <a:r>
              <a:t>MANAGEMENT SYSTEM</a:t>
            </a:r>
          </a:p>
          <a:p>
            <a:pPr>
              <a:spcBef>
                <a:spcPts val="1200"/>
              </a:spcBef>
              <a:defRPr sz="1900">
                <a:solidFill>
                  <a:srgbClr val="CDDCEB"/>
                </a:solidFill>
              </a:defRPr>
            </a:pPr>
            <a:r>
              <a:t>Java-based mini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794760"/>
            <a:ext cx="5166360" cy="164592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Students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Behera Sai Sanatana Sarada  —  2620030660</a:t>
            </a:r>
            <a:br/>
            <a:r>
              <a:t>Shaik Shaheena Amreen  —  2620030469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794760"/>
            <a:ext cx="5074920" cy="164592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Project Details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Faculty Guide: Gopi Krishna</a:t>
            </a:r>
            <a:br/>
            <a:r>
              <a:t>Batch No.: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A simple Java application for managing day-to-day library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Maintains book and member information in an organized way.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Supports issue and return of books with late-fine calculation.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Allows users to search books by title, author, or category.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Uses Java control statements to implement menu-driven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Manual library management can be slow and error-prone.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Tracking available and issued books manually is difficult.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Member and issue/return records may become disorganized.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Calculating fines for late returns can take extra time.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Searching for a book manually is inconvenient.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 simple computerized system can make these tasks faster and more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The project aims to make basic library operations easier.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Add, update, and delete book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Register and manage library members.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Issue and return books while checking availability.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Calculate fines for late returns.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 books using title, author, or category.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Practice Java concepts such as if-else, switch, for, and while.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4.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Traditional / manual library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Book details are often maintained in registers or separate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Availability checking requires manual verification.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Issue and return entries are recorded manually.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Fine calculation may require separate calculations.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Searching for a particular book can take more time.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These limitations motivate a simple computerized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5.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A menu-driven Java application for basic library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Centralized handling of books, members, and issue/return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Availability is checked before issuing a book.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Return processing can calculate late fines.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 supports title, author, and category.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Switch-case provides clear menu navigation.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While loop keeps the application running until the user chooses Exit.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Input → Processing → Data Management →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1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User / Librarian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8608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7791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2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Main Menu</a:t>
            </a:r>
            <a:br/>
            <a:r>
              <a:t>(switch-case)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75504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3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Library Operations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14032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43215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4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Processing</a:t>
            </a:r>
            <a:br/>
            <a:r>
              <a:t>&amp; Validation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1743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10928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5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Output /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Core processing includes availability checking, fine calculation, and search.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The loop returns the user to the main menu until Exit is selected.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7.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Core functions provided by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📚 Book Management — Add, update, delete, and display 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👤 Member Management — Register and maintain member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🔄 Issue / Return — Issue available books and process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889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💰 Fine Calculation — Calculate a fine for late returns.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🔎 Search — Find books by title, author, or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605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🚪 Exit — End the program safely from the main menu.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4"/>
                </a:solidFill>
                <a:latin typeface="Aptos Display"/>
              </a:defRPr>
            </a:pPr>
            <a:r>
              <a:t>8. Implementation – Java Code Screenshot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270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4"/>
                </a:solidFill>
                <a:latin typeface="Aptos Display"/>
              </a:defRPr>
            </a:pPr>
            <a:r>
              <a:t>9. Output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5F91"/>
                </a:solidFill>
              </a:defRPr>
            </a:pPr>
            <a:r>
              <a:t>Add screenshots showing the actual program output 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98348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2C5F91"/>
                </a:solidFill>
              </a:defRPr>
            </a:pPr>
            <a:r>
              <a:t>Main Menu</a:t>
            </a:r>
          </a:p>
          <a:p>
            <a:pPr>
              <a:defRPr sz="1300">
                <a:solidFill>
                  <a:srgbClr val="646E78"/>
                </a:solidFill>
              </a:defRPr>
            </a:pPr>
          </a:p>
          <a:p>
            <a:r>
              <a:t>[Insert screenshot]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498348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2C5F91"/>
                </a:solidFill>
              </a:defRPr>
            </a:pPr>
            <a:r>
              <a:t>Add / Display Book</a:t>
            </a:r>
          </a:p>
          <a:p>
            <a:pPr>
              <a:defRPr sz="1300">
                <a:solidFill>
                  <a:srgbClr val="646E78"/>
                </a:solidFill>
              </a:defRPr>
            </a:pPr>
          </a:p>
          <a:p>
            <a:r>
              <a:t>[Insert screenshot]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498348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2C5F91"/>
                </a:solidFill>
              </a:defRPr>
            </a:pPr>
            <a:r>
              <a:t>Issue / Return</a:t>
            </a:r>
          </a:p>
          <a:p>
            <a:pPr>
              <a:defRPr sz="1300">
                <a:solidFill>
                  <a:srgbClr val="646E78"/>
                </a:solidFill>
              </a:defRPr>
            </a:pPr>
          </a:p>
          <a:p>
            <a:r>
              <a:t>[Insert screenshot]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498348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2C5F91"/>
                </a:solidFill>
              </a:defRPr>
            </a:pPr>
            <a:r>
              <a:t>Search / Fine Result</a:t>
            </a:r>
          </a:p>
          <a:p>
            <a:pPr>
              <a:defRPr sz="1300">
                <a:solidFill>
                  <a:srgbClr val="646E78"/>
                </a:solidFill>
              </a:defRPr>
            </a:pPr>
          </a:p>
          <a:p>
            <a:r>
              <a:t>[Insert screenshot]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Possible improvements for a larger library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Connect the application to a database such as MySQL.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 login and role-based access for librarian and members.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 due-date reminders and notifications.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Generate reports for issued, returned, and overdue books.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 a graphical user interface (GUI).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Support barcode/QR-based book identification.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The Community Library Management System demonstrates how Java can automate basic library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organizes books and member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simplifies issue and return operations.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supports search and fine calculation.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demonstrates practical use of if-else, switch, for, and while loops.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 project provides a foundation for developing a more advanced library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800"/>
              </a:spcBef>
              <a:defRPr sz="2200">
                <a:solidFill>
                  <a:srgbClr val="EBDCB9"/>
                </a:solidFill>
              </a:defRPr>
            </a:pPr>
            <a:r>
              <a:t>Community Library Management System</a:t>
            </a:r>
          </a:p>
          <a:p>
            <a:pPr algn="ctr">
              <a:spcBef>
                <a:spcPts val="2500"/>
              </a:spcBef>
              <a:defRPr sz="1500">
                <a:solidFill>
                  <a:srgbClr val="D2E1EB"/>
                </a:solidFill>
              </a:defRPr>
            </a:pPr>
            <a:r>
              <a:t>Behera Sai Sanatana Sarada  •  Shaik Shaheena Amreen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