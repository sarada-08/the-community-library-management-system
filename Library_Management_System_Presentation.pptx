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COMMUNITY LIBRARY</a:t>
            </a:r>
          </a:p>
          <a:p>
            <a:pPr>
              <a:defRPr sz="3400" b="1">
                <a:solidFill>
                  <a:srgbClr val="EBDCB9"/>
                </a:solidFill>
              </a:defRPr>
            </a:pPr>
            <a:r>
              <a:t>MANAGEMENT SYSTEM</a:t>
            </a:r>
          </a:p>
          <a:p>
            <a:pPr>
              <a:spcBef>
                <a:spcPts val="1200"/>
              </a:spcBef>
              <a:defRPr sz="1900">
                <a:solidFill>
                  <a:srgbClr val="CDDCEB"/>
                </a:solidFill>
              </a:defRPr>
            </a:pPr>
            <a:r>
              <a:t>Java-based mini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794760"/>
            <a:ext cx="5166360" cy="1645920"/>
          </a:xfrm>
          <a:prstGeom prst="roundRect">
            <a:avLst/>
          </a:prstGeom>
          <a:solidFill>
            <a:srgbClr val="F5F8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Students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Behera Sai Sanatana Sarada  —  2620030660</a:t>
            </a:r>
            <a:br/>
            <a:r>
              <a:t>Shaik Shaheena Amreen  —  2620030469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794760"/>
            <a:ext cx="5074920" cy="1645920"/>
          </a:xfrm>
          <a:prstGeom prst="roundRect">
            <a:avLst/>
          </a:prstGeom>
          <a:solidFill>
            <a:srgbClr val="F5F8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Project Details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Faculty Guide: Gopi Krishna</a:t>
            </a:r>
            <a:br/>
            <a:r>
              <a:t>Batch No.: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A simple Java application for managing day-to-day library activities.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Maintains book and member information in an organized way.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Supports issue and return of books with late-fine calculation.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Allows users to search books by title, author, or category.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Uses Java control statements to implement menu-driven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Manual library management can be slow and error-prone.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Tracking available and issued books manually is difficult.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Member and issue/return records may become disorganized.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Calculating fines for late returns can take extra time.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Searching for a book manually is inconvenient.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 simple computerized system can make these tasks faster and more consistent.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The project aims to make basic library operations easier.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Add, update, and delete book records.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Register and manage library members.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Issue and return books while checking availability.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Calculate fines for late returns.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Search books using title, author, or category.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Practice Java concepts such as if-else, switch, for, and while.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4.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Traditional / manual library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Book details are often maintained in registers or separate records.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Availability checking requires manual verification.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Issue and return entries are recorded manually.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Fine calculation may require separate calculations.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Searching for a particular book can take more time.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These limitations motivate a simple computerized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5.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A menu-driven Java application for basic library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Centralized handling of books, members, and issue/return records.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Availability is checked before issuing a book.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Return processing can calculate late fines.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Search supports title, author, and category.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Switch-case provides clear menu navigation.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While loop keeps the application running until the user chooses Exit.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6.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Input → Processing → Data Management →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1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User / Librarian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78608" y="2304288"/>
            <a:ext cx="347472" cy="320040"/>
          </a:xfrm>
          <a:prstGeom prst="rightArrow">
            <a:avLst/>
          </a:prstGeom>
          <a:solidFill>
            <a:srgbClr val="E0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07791" y="19202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2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Main Menu</a:t>
            </a:r>
            <a:br/>
            <a:r>
              <a:t>(switch-case)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6320" y="2304288"/>
            <a:ext cx="347472" cy="320040"/>
          </a:xfrm>
          <a:prstGeom prst="rightArrow">
            <a:avLst/>
          </a:prstGeom>
          <a:solidFill>
            <a:srgbClr val="E0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75504" y="19202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3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Library Operations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14032" y="2304288"/>
            <a:ext cx="347472" cy="320040"/>
          </a:xfrm>
          <a:prstGeom prst="rightArrow">
            <a:avLst/>
          </a:prstGeom>
          <a:solidFill>
            <a:srgbClr val="E0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43215" y="19202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4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Processing</a:t>
            </a:r>
            <a:br/>
            <a:r>
              <a:t>&amp; Validation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1743" y="2304288"/>
            <a:ext cx="347472" cy="320040"/>
          </a:xfrm>
          <a:prstGeom prst="rightArrow">
            <a:avLst/>
          </a:prstGeom>
          <a:solidFill>
            <a:srgbClr val="E0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10928" y="19202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5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Output /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Core processing includes availability checking, fine calculation, and search.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The loop returns the user to the main menu until Exit is selected.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7.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Core functions provided by the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📚 Book Management — Add, update, delete, and display books.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👤 Member Management — Register and maintain member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🔄 Issue / Return — Issue available books and process returns.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889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💰 Fine Calculation — Calculate a fine for late returns.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🔎 Search — Find books by title, author, or category.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605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b="1" sz="1700">
                <a:solidFill>
                  <a:srgbClr val="2C5F91"/>
                </a:solidFill>
              </a:defRPr>
            </a:pPr>
            <a:r>
              <a:t>Functionality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</a:defRPr>
            </a:pPr>
            <a:r>
              <a:t>🚪 Exit — End the program safely from the main menu.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4"/>
                </a:solidFill>
                <a:latin typeface="Aptos Display"/>
              </a:defRPr>
            </a:pPr>
            <a:r>
              <a:t>8. Implementation – Java Code Screenshot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92708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9-30 223216(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81790"/>
            <a:ext cx="5739231" cy="857442"/>
          </a:xfrm>
          <a:prstGeom prst="rect">
            <a:avLst/>
          </a:prstGeom>
        </p:spPr>
      </p:pic>
      <p:pic>
        <p:nvPicPr>
          <p:cNvPr id="3" name="Picture 2" descr="Screenshot 2026-09-30 223234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143" y="1375674"/>
            <a:ext cx="5739231" cy="869675"/>
          </a:xfrm>
          <a:prstGeom prst="rect">
            <a:avLst/>
          </a:prstGeom>
        </p:spPr>
      </p:pic>
      <p:pic>
        <p:nvPicPr>
          <p:cNvPr id="4" name="Picture 3" descr="Screenshot 2026-09-30 223253(3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648495"/>
            <a:ext cx="5739231" cy="797984"/>
          </a:xfrm>
          <a:prstGeom prst="rect">
            <a:avLst/>
          </a:prstGeom>
        </p:spPr>
      </p:pic>
      <p:pic>
        <p:nvPicPr>
          <p:cNvPr id="5" name="Picture 4" descr="Screenshot 2026-09-30 223309(3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8143" y="4615943"/>
            <a:ext cx="5739231" cy="8630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10.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Possible improvements for a larger library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Connect the application to a database such as MySQL.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Add login and role-based access for librarian and members.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Add due-date reminders and notifications.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Generate reports for issued, returned, and overdue books.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Add a graphical user interface (GUI).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Support barcode/QR-based book identification.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A44"/>
                </a:solidFill>
                <a:latin typeface="Aptos Display"/>
              </a:rP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F91"/>
                </a:solidFill>
                <a:latin typeface="Aptos"/>
              </a:defRPr>
            </a:pPr>
            <a:r>
              <a:t>The Community Library Management System demonstrates how Java can automate basic library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It organizes books and member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It simplifies issue and return operations.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It supports search and fine calculation.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It demonstrates practical use of if-else, switch, for, and while loops.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The project provides a foundation for developing a more advanced library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Community Library Management System  •  Batch 10                                   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1800"/>
              </a:spcBef>
              <a:defRPr sz="2200">
                <a:solidFill>
                  <a:srgbClr val="EBDCB9"/>
                </a:solidFill>
              </a:defRPr>
            </a:pPr>
            <a:r>
              <a:t>Community Library Management System</a:t>
            </a:r>
          </a:p>
          <a:p>
            <a:pPr algn="ctr">
              <a:spcBef>
                <a:spcPts val="2500"/>
              </a:spcBef>
              <a:defRPr sz="1500">
                <a:solidFill>
                  <a:srgbClr val="D2E1EB"/>
                </a:solidFill>
              </a:defRPr>
            </a:pPr>
            <a:r>
              <a:t>Behera Sai Sanatana Sarada  •  Shaik Shaheena Amreen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